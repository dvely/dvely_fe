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④ 자기주도 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10896"/>
            <a:ext cx="9692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팀원별 Learning Issue 3개 — 조사·학습 배분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01168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1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60196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④ 자기주도 학습  ·  docs/learning/LI-XX.md  ·  접근일 2026-09-03  ·  Jazzy / Harmonic / Go2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56032" y="868680"/>
          <a:ext cx="1168603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192"/>
                <a:gridCol w="2208384"/>
                <a:gridCol w="5152896"/>
                <a:gridCol w="3220560"/>
              </a:tblGrid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이름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역할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선택한 LI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산출물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도훈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Locomotion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LI-09 Elevation Map  ·  LI-10 Trot/Crawl  ·  LI-12 게이트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module1_locomotion/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운학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Inspection AI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LI-16 게이지  ·  LI-17 전처리  ·  LI-18 열화상-RGB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module2_inspection/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태우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순찰 경로 · Critical Path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LI-19 Viewpoint  ·  TSP  ·  A*  (한 LI를 평가 질문 3개로 분해)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module2_inspection/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/patrol_mission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수현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Virtual Plant + 관제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LI-05 SDF  ·  LI-06 URDF·control  ·  LI-24 대시보드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docker/  simulation/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dashboard/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채현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Gas / Safety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LI-20 플룸  ·  LI-21 Source Seeking  ·  LI-22 RTH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module3_gas_safety/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256032" y="4279392"/>
            <a:ext cx="11686032" cy="2121408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4389120"/>
            <a:ext cx="11338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규칙 · 이 장이 답하는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718304"/>
            <a:ext cx="1133856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개념만 쓰지 않는다. 각 LI는 파일·입력 토픽·출력 토픽을 한 줄 이상 적는다. 6번(동료평가·심층 질문)을 채우면 이 슬라이드가 인터뷰 초안이다.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태우는 표의 LI 번호가 하나(LI-19)다. 동료평가가 Viewpoint 비용 / TSP / A*를 따로 묻기 때문에 조사 노트 3장으로 쪼갠다.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P3 착수 전에 태우·운학이 /patrol_mission Action 필드를 맞춘다. MPC·Fall Recovery·Nav2 본구현은 이번 3개 다음 Phase에서 붙인다.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④ 도훈  ·  Locomotion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10896"/>
            <a:ext cx="9692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LI-09 · LI-10 · LI-12  ·  module1_locomotion/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01168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2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60196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④ 자기주도 학습  ·  docs/learning/LI-XX.md  ·  접근일 2026-09-03  ·  Jazzy / Harmonic / Go2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841248"/>
            <a:ext cx="11686032" cy="1810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841248"/>
            <a:ext cx="91440" cy="181051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356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LI-09  Elevation Map과 발 디딤점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207008"/>
            <a:ext cx="1135684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라이다·Depth를 2.5D 높이맵으로 누적한다. 분산이 큰 칸은 디딤 후보에서 빼고, 다리 워크스페이스 안에서 지지다각형이 넓은 칸을 고른다.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B5563"/>
                </a:solidFill>
                <a:latin typeface="Menlo"/>
                <a:ea typeface="Menlo"/>
                <a:cs typeface="Menlo"/>
              </a:rPr>
              <a:t>코드  elevation/   입력 /lidar/points  /tf   출력 /elevation_map  /footholds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93392"/>
            <a:ext cx="113568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출처  Fankhauser et al., Robot-Centric Elevation Mapping, ICAR 2014  ·  ANYbotics/grid_map  ·  elevation_mapping CPU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59152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평가  Module 1-① 노이즈를 걸러 맵을 만들고 발 디딤을 정하는가  /  심층: 센서 노이즈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2761488"/>
            <a:ext cx="11686032" cy="1810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2761488"/>
            <a:ext cx="91440" cy="181051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34640"/>
            <a:ext cx="11356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LI-10  Trot / Crawl 안정성 차이와 전환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27248"/>
            <a:ext cx="1135684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Trot는 대각선 두 발이 들어 빠르지만 험지에서 넘어진다. Crawl는 세 발 접지로 느리고 안정적이다. 높이맵 거칠기·IMU 피치/롤로 전환한다.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B5563"/>
                </a:solidFill>
                <a:latin typeface="Menlo"/>
                <a:ea typeface="Menlo"/>
                <a:cs typeface="Menlo"/>
              </a:rPr>
              <a:t>코드  gait/   입력 /elevation_map  /imu   출력 /gait_mode  (trot|crawl)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13632"/>
            <a:ext cx="113568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출처  Raibert, Legged Robots That Balance  ·  ANYmal 보행 모드  ·  Unitree Go2 gait 문서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79392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평가  심층 Module 1: Trot·Crawl 전환 기준 및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" y="4681728"/>
            <a:ext cx="11686032" cy="1810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4681728"/>
            <a:ext cx="91440" cy="181051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11356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LI-12  자체 게이트 생성기 (stage1-B)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47488"/>
            <a:ext cx="1135684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발끝 궤적(사이클로이드/Bezier) + 다리 IK로 관절각을 푼다. CHAMP가 Jazzy·arm64에서 실패하면 이 노드가 보행을 담당한다. MPC는 그 위에 얹는 P1이다.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77840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B5563"/>
                </a:solidFill>
                <a:latin typeface="Menlo"/>
                <a:ea typeface="Menlo"/>
                <a:cs typeface="Menlo"/>
              </a:rPr>
              <a:t>코드  gait_generator/   입력 /footholds  /gait_mode  /joint_states   출력 /joint_trajectory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33872"/>
            <a:ext cx="113568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출처  chvmp/champ  ·  gz_ros2_control  ·  Unitree Go2 URDF  ·  Di Carlo, MIT Cheetah 3 MPC, ICRA 2018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99632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평가  “CHAMP가 안 되면 무엇으로 걷히는가” 선행 답  /  심층: 가장 어려웠던 이식 문제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④ 운학  ·  Inspection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10896"/>
            <a:ext cx="9692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LI-16 · LI-17 · LI-18  ·  module2_inspection/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01168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3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60196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④ 자기주도 학습  ·  docs/learning/LI-XX.md  ·  접근일 2026-09-03  ·  Jazzy / Harmonic / Go2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841248"/>
            <a:ext cx="11686032" cy="1810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841248"/>
            <a:ext cx="91440" cy="181051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356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LI-16  아날로그 게이지 독해 (오차 ≤5%)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207008"/>
            <a:ext cx="1135684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원 검출 → 바늘 직선 → 영점 대비 각도 → 눈금 범위로 환산. OCR은 보조. Hough를 1차로 쓰는 이유는 인터뷰에서 수식으로 답할 수 있어서다. CNN 키포인트는 5%를 못 지킬 때의 2차.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B5563"/>
                </a:solidFill>
                <a:latin typeface="Menlo"/>
                <a:ea typeface="Menlo"/>
                <a:cs typeface="Menlo"/>
              </a:rPr>
              <a:t>코드  gauge/   입력 /camera/rgb/image   출력 /gauge/reading  /gauge/overlay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93392"/>
            <a:ext cx="113568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출처  OpenCV HoughCircles · HoughLinesP  (docs.opencv.org)  ·  과제 #5 Module 2-1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59152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평가  Module 2-① 바늘·숫자 구분  /  심층: Hough vs Deep Learning 선택 이유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2761488"/>
            <a:ext cx="11686032" cy="1810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2761488"/>
            <a:ext cx="91440" cy="181051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34640"/>
            <a:ext cx="11356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LI-17  저조도·모션블러 전처리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27248"/>
            <a:ext cx="1135684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CLAHE로 국소 대비를 올리고, 보행 진동으로 번진 바늘은 deblur 또는 프레임 스태킹으로 에지를 살린다. LI-16은 전처리 토픽만 구독한다.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B5563"/>
                </a:solidFill>
                <a:latin typeface="Menlo"/>
                <a:ea typeface="Menlo"/>
                <a:cs typeface="Menlo"/>
              </a:rPr>
              <a:t>코드  preprocess/   입력 /camera/rgb/image   출력 /camera/rgb/image_pp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13632"/>
            <a:ext cx="113568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출처  Pizer et al., CLAHE  ·  OpenCV CLAHE / fastNlMeansDenoising  ·  과제 #5 흔들림·저조도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79392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평가  Module 2-①의 전처리 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" y="4681728"/>
            <a:ext cx="11686032" cy="1810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4681728"/>
            <a:ext cx="91440" cy="181051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11356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LI-18  열화상-RGB 정합 (Intrinsic / Extrinsic)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47488"/>
            <a:ext cx="1135684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두 카메라는 위치·화각이 다르다. Zhang 캘리브레이션 + Extrinsic. 평면 배관 ROI만 Homography. Harmonic thermal을 별도 링크에 붙이므로 오차가 시뮬에도 실재한다. 합성 플러그인 자작은 하지 않는다.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77840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B5563"/>
                </a:solidFill>
                <a:latin typeface="Menlo"/>
                <a:ea typeface="Menlo"/>
                <a:cs typeface="Menlo"/>
              </a:rPr>
              <a:t>코드  fusion/   입력 rgb_pp  /camera/thermal/image  /tf   출력 /inspection/thermal_overlay  /thermal_alert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33872"/>
            <a:ext cx="113568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출처  Zhang, Camera Calibration, TPAMI 2000  ·  OpenCV stereoCalibrate  ·  gz-sensors ThermalCamera  ·  tf2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99632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평가  Module 2-② 위치 오차의 수학적 보정  /  심층: 정합 오차 최소화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④ 태우  ·  순찰 경로 · Critical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10896"/>
            <a:ext cx="9692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LI-19를 Viewpoint / TSP / A* 세 장으로 분해  ·  /patrol_mission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01168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4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60196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④ 자기주도 학습  ·  docs/learning/LI-XX.md  ·  접근일 2026-09-03  ·  Jazzy / Harmonic / Go2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841248"/>
            <a:ext cx="11686032" cy="1810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841248"/>
            <a:ext cx="91440" cy="181051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356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LI-19-A  Viewpoint와 인식 비용함수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207008"/>
            <a:ext cx="1135684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Viewpoint는 게이지를 바라보는 포즈다. 비용은 법선-시선 각, 거리, 가림, 예상 블러의 역수. 각 게이지 앞 원호에서 후보를 샘플링해 최소 비용 포즈를 고른다. 전공간 최적화는 하지 않는다.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B5563"/>
                </a:solidFill>
                <a:latin typeface="Menlo"/>
                <a:ea typeface="Menlo"/>
                <a:cs typeface="Menlo"/>
              </a:rPr>
              <a:t>코드  viewpoint/   입력 /inspect_targets · 맵 · 카메라 파라미터   출력 /viewpoints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93392"/>
            <a:ext cx="113568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출처  Next-Best-View / inspection viewpoint 서베이  ·  OpenCV projectPoints  ·  과제 #5 Module 2-3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59152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평가  Module 2-③ 인식이 잘 되는 각도·거리의 가중치  /  심층: Viewpoint 제약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2761488"/>
            <a:ext cx="11686032" cy="1810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2761488"/>
            <a:ext cx="91440" cy="181051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34640"/>
            <a:ext cx="11356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LI-19-B  방문 순서 — TSP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27248"/>
            <a:ext cx="1135684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Viewpoint N개의 순서는 TSP다. 거리 행렬은 유클리드가 아니라 A* 충돌 회피 경로 길이다. N이 십여 개면 2-opt로 충분하다. OR-Tools는 의존성 대비 이득이 적다.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B5563"/>
                </a:solidFill>
                <a:latin typeface="Menlo"/>
                <a:ea typeface="Menlo"/>
                <a:cs typeface="Menlo"/>
              </a:rPr>
              <a:t>코드  planner/tsp.py   입력 /viewpoints · 거리 행렬   출력 /patrol_order   Action /patrol_mission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13632"/>
            <a:ext cx="113568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출처  Croes, 2-opt, 1958  ·  심층 인터뷰 Module 2: TSP를 무엇으로 썼는가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79392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평가  심층 Module 2 순찰 경로 최적화 알고리즘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" y="4681728"/>
            <a:ext cx="11686032" cy="1810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4681728"/>
            <a:ext cx="91440" cy="181051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11356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LI-19-C  Viewpoint 사이 연결 — A*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47488"/>
            <a:ext cx="1135684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격자·costmap에서 A*로 정적 장애물을 피해 연결한다. 동적 장애물·RTH는 채현 Nav2. 태우는 정적 공장·복도 맵을 전제한다. P3 전에 운학과 /patrol_mission 필드를 맞춘다.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77840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B5563"/>
                </a:solidFill>
                <a:latin typeface="Menlo"/>
                <a:ea typeface="Menlo"/>
                <a:cs typeface="Menlo"/>
              </a:rPr>
              <a:t>코드  planner/astar.py 또는 Nav2 planner   출력 /patrol_path  (nav_msgs/Path)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33872"/>
            <a:ext cx="113568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출처  Hart, Nilsson, Raphael, A*, 1968  ·  Nav2 Jazzy planner (docs.nav2.org)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99632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평가  Module 2-③ 경로 절  ·  운학과 인터페이스 합의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④ 수현  ·  Virtual Plant + 관제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10896"/>
            <a:ext cx="9692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LI-05 · LI-06 · LI-24  ·  docker/ · simulation/ · dashboard/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01168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5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60196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④ 자기주도 학습  ·  docs/learning/LI-XX.md  ·  접근일 2026-09-03  ·  Jazzy / Harmonic / Go2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841248"/>
            <a:ext cx="11686032" cy="1810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841248"/>
            <a:ext cx="91440" cy="181051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356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LI-05  Harmonic SDF 월드와 제공 에셋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207008"/>
            <a:ext cx="1135684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SDF는 공장·조명·가스 영역, URDF는 로봇. 최소: 복도 45×3.5×4 m, 공장 25×18×7 m, 방해물 복도 3·공장 5. 제공 zip의 DAE/STL은 Blender에서 스케일·충돌을 고친다. Isaac Sim으로 본 시뮬을 바꾸지 않는다.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B5563"/>
                </a:solidFill>
                <a:latin typeface="Menlo"/>
                <a:ea typeface="Menlo"/>
                <a:cs typeface="Menlo"/>
              </a:rPr>
              <a:t>코드  simulation/worlds/plant.sdf  ·  simulation/models/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93392"/>
            <a:ext cx="113568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출처  gazebosim.org/docs/harmonic  ·  PBL_AssetPackge.zip  ·  과제 #2-7 모델링 최소 조건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59152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평가  DT-① Virtual Plant가 실제 발전소의 무엇을 반영하는가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2761488"/>
            <a:ext cx="11686032" cy="1810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2761488"/>
            <a:ext cx="91440" cy="181051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34640"/>
            <a:ext cx="11356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LI-06  Go2 URDF와 gz_ros2_control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27248"/>
            <a:ext cx="1135684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Robot Twin은 URDF + 센서 프레임이다. optical frame(_optical, z-forward)을 여기서 고정하지 않으면 운학 정합이 전부 틀린다. RGB·thermal·LiDAR·가스를 링크에 부착. thermal은 Harmonic 네이티브.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B5563"/>
                </a:solidFill>
                <a:latin typeface="Menlo"/>
                <a:ea typeface="Menlo"/>
                <a:cs typeface="Menlo"/>
              </a:rPr>
              <a:t>코드  simulation/models/go2/   spawn: ros_gz_sim  ·  관절 명령은 도훈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13632"/>
            <a:ext cx="113568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출처  ros-controls/gz_ros2_control  ·  gazebosim/ros_gz 메시지 대응표  ·  Unitree Go2 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79392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평가  DT-② Virtual Plant ↔ Robot Twin 데이터 흐름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" y="4681728"/>
            <a:ext cx="11686032" cy="1810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4681728"/>
            <a:ext cx="91440" cy="181051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11356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LI-24  rosbridge 웹 대시보드 (보너스①을 P5에 흡수)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47488"/>
            <a:ext cx="1135684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브라우저가 WebSocket으로 토픽을 구독한다. 원본 이미지는 로컬, 대시보드는 CompressedImage + 결과 메시지. 로봇 위치·시야·게이지·가스 농도. E2E ≤500 ms는 P5-4에서 측정.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77840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B5563"/>
                </a:solidFill>
                <a:latin typeface="Menlo"/>
                <a:ea typeface="Menlo"/>
                <a:cs typeface="Menlo"/>
              </a:rPr>
              <a:t>코드  dashboard/   구독 pose · /gauge/reading · /thermal_alert · /gas/concentration · /battery   포트 9090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33872"/>
            <a:ext cx="113568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출처  RobotWebTools/rosbridge_suite  ·  Foxglove (개발 GUI 우회)  ·  과제 #1-2 · #6 관제 화면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99632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평가  DT-② 관제 시각화  /  통합-② 지연·실시간성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④ 채현  ·  Gas /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10896"/>
            <a:ext cx="9692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LI-20 · LI-21 · LI-22  ·  module3_gas_safety/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01168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6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60196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④ 자기주도 학습  ·  docs/learning/LI-XX.md  ·  접근일 2026-09-03  ·  Jazzy / Harmonic / Go2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841248"/>
            <a:ext cx="11686032" cy="1810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841248"/>
            <a:ext cx="91440" cy="181051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11356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LI-20  Gaussian Plume 확산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207008"/>
            <a:ext cx="1135684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풍하 거리에서 농도가 횡·연직 가우시안으로 퍼진다. σ는 Pasquill-Gifford로 커지고, 난류가 만든 구멍이 LI-21의 국소 최적이 된다. 닫힌 공장은 벽 마스크. CFD는 범위 밖. Gazebo 입자 대신 자체 노드가 농도를 샘플링한다.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B5563"/>
                </a:solidFill>
                <a:latin typeface="Menlo"/>
                <a:ea typeface="Menlo"/>
                <a:cs typeface="Menlo"/>
              </a:rPr>
              <a:t>코드  plume/   파라미터: 누출원 · Q · 바람   출력 /gas/concentration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93392"/>
            <a:ext cx="113568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출처  표준 Gaussian Plume (EPA ISC / Sutton)  ·  Pasquill-Gifford σy, σz  ·  과제 #5 Module 3-1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59152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평가  심층 Module 3: 어떤 확산 모델, 실제와의 차이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2761488"/>
            <a:ext cx="11686032" cy="1810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2761488"/>
            <a:ext cx="91440" cy="181051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34640"/>
            <a:ext cx="11356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LI-21  Source Seeking과 국소 최적 탈출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27248"/>
            <a:ext cx="1135684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농도 최대화가 목표이므로 구현은 경사 상승이다(원문 ‘하강’은 보고서에서 바로잡음). 구멍에 갇히면 나선 탐색. Infotaxis는 2차 인용. 1차는 유한차분 구배 + 나선.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B5563"/>
                </a:solidFill>
                <a:latin typeface="Menlo"/>
                <a:ea typeface="Menlo"/>
                <a:cs typeface="Menlo"/>
              </a:rPr>
              <a:t>코드  seek/   입력 /gas/concentration  /odom   출력 /cmd_vel 또는 Nav2 목표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13632"/>
            <a:ext cx="113568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출처  Vergassola et al., Infotaxis, Nature 2007  ·  Olfactory navigation 서베이  ·  과제 #5 Module 3-2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79392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평가  Module 3-① 구배 → 방향 벡터  /  심층 Local Optima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" y="4681728"/>
            <a:ext cx="11686032" cy="1810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4681728"/>
            <a:ext cx="91440" cy="181051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11356848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LI-22  상태 머신과 Return to Home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47488"/>
            <a:ext cx="1135684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Patrol / Seek / Return / Charge. 트리거: 배터리 &lt; 20%, 통신 음영. Return이 Seek·순찰보다 우선. 정적 경로는 태우, 실행·동적 장애물은 Nav2 컨트롤러(LI-15를 여기서 소비).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77840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B5563"/>
                </a:solidFill>
                <a:latin typeface="Menlo"/>
                <a:ea typeface="Menlo"/>
                <a:cs typeface="Menlo"/>
              </a:rPr>
              <a:t>코드  fsm/   입력 /battery  /comm_health   출력 NavigateToPose  ·  BT에서 Return 우선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33872"/>
            <a:ext cx="113568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출처  Nav2 Behavior Tree · NavigateToPose (docs.nav2.org, Jazzy)  ·  과제 #5 Module 3-3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99632"/>
            <a:ext cx="1135684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평가  Module 3-② 복귀 트리거와 경로  /  심층 동적 장애물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E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73152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CD34D"/>
                </a:solidFill>
                <a:latin typeface="Apple SD Gothic Neo"/>
                <a:ea typeface="Apple SD Gothic Neo"/>
                <a:cs typeface="Apple SD Gothic Neo"/>
              </a:rPr>
              <a:t>④ 출처 북마크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10896"/>
            <a:ext cx="96926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공통 자료 · 이번 3개에서 뺀 LI · 다음 액션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01168"/>
            <a:ext cx="1554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BFDBFE"/>
                </a:solidFill>
                <a:latin typeface="Apple SD Gothic Neo"/>
                <a:ea typeface="Apple SD Gothic Neo"/>
                <a:cs typeface="Apple SD Gothic Neo"/>
              </a:rPr>
              <a:t>7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601968"/>
            <a:ext cx="11612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④ 자기주도 학습  ·  docs/learning/LI-XX.md  ·  접근일 2026-09-03  ·  Jazzy / Harmonic / Go2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56032" y="841248"/>
          <a:ext cx="70408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57784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구분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자료 (접근일 2026-09-03)</a:t>
                      </a:r>
                    </a:p>
                  </a:txBody>
                  <a:tcPr marL="54864" marR="54864" marT="36576" marB="36576" anchor="ctr">
                    <a:solidFill>
                      <a:srgbClr val="1E4A7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공식 문서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ROS 2 Jazzy docs.ros.org  ·  Gazebo Harmonic  ·  gz-sensors ThermalCamera  ·  Nav2  ·  OpenCV  ·  rosbridge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브리지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gazebosim/ros_gz 메시지 타입 대응표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오픈소스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chvmp/champ  ·  ANYbotics/grid_map  ·  elevation_mapping  ·  gz_ros2_control  ·  Go2 description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논문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Fankhauser 2014  ·  Di Carlo Cheetah 3 2018  ·  Zhang 2000  ·  Hart A* 1968  ·  Vergassola Infotaxis 2007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도구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Foxglove (GUI 우회). Isaac Lab/Genesis는 보너스만. 본 시뮬 Harmonic 유지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에셋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https://download.codysseycampus.kr/PBL_AssetPackge.zip</a:t>
                      </a:r>
                    </a:p>
                  </a:txBody>
                  <a:tcPr marL="54864" marR="54864" marT="36576" marB="36576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61504" y="841248"/>
            <a:ext cx="4480560" cy="416052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1E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44383" y="950976"/>
            <a:ext cx="4114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4A7A"/>
                </a:solidFill>
                <a:latin typeface="Apple SD Gothic Neo"/>
                <a:ea typeface="Apple SD Gothic Neo"/>
                <a:cs typeface="Apple SD Gothic Neo"/>
              </a:rPr>
              <a:t>이번 3개에서 뺀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4383" y="1298448"/>
            <a:ext cx="4114800" cy="3520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LI-01·03  도커·이식 — Phase 0 공통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LI-02·04·23  통신 규격 — P5 공유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LI-07  thermal 태깅 — 수현 SDF + 운학 정합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LI-08·11·13·14  필터·CHAMP·MPC·기립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            → 도훈, 맵·게이트 다음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LI-15  Nav2 본구현 — 채현 RTH가 실사용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LI-25~29  Sim2Real·RL·다중로봇·EC2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            → 보너스·REPORT.md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5138928"/>
            <a:ext cx="11686032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다음 액션  각자 자기 장(2~6)을 docs/learning/LI-XX.md로 복사하고, 코드 경로를 실제 파일명으로 고친다.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Apple SD Gothic Neo"/>
                <a:ea typeface="Apple SD Gothic Neo"/>
                <a:cs typeface="Apple SD Gothic Neo"/>
              </a:rPr>
              <a:t>태우·운학은 P3 전에 /patrol_mission 필드 한 장으로 합의한다.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